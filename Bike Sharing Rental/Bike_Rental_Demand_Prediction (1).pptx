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Sharing Rental Demand Prediction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Approach to Forecast Hourly Bike Rental Demand for Smart Urban Mobility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0" y="548640"/>
            <a:ext cx="1828800" cy="1828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5120640"/>
            <a:ext cx="1188720" cy="118872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846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🚲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&amp; Team Members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Mentor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Abishek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Vrushti Deshbhratar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834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28346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Temkar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Singana Vamsi Satya Sai Sivashankar Kishore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977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39776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Sandhya V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5349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51206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Dudekula Sameera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5120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5349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51206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Mayur Ajay Gangurde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675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to accurately predict hourly bike rental demand (cnt) based on temporal, seasonal, and weather conditions.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bike-sharing operators optimize fleet distribution, reduce idle bikes, and avoid shortage at high-demand stations.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environmental and calendar factors that drive rental volume.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trained model through an interactive web application for real-time demand inference.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80960" y="155448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0"/>
            <a:ext cx="3383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demand forecasting → smarter rebalancing of bike fleets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rider experience with bike availability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operational planning for city transport teams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17,379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Hourly Records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463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83280" y="2057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Total Attributes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63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Years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26480" y="2057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2011 – 2012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1463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69680" y="2057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10881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Capital Bikeshare system, Washington D.C. — combined casual + registered rentals.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cnt — total bike rentals in a given hour.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features: dteday, season, yr, mnth, hr, weekday, holiday, workingday.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features: weathersit, temp, atemp, hum (humidity), windspeed.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clean — no missing values and no duplicate records found during inspection.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univariate analysis (histograms, boxplots) to understand variable distributions.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categorical variables — season, weather, holiday, working day — using count plots.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bivariate relationships between weather metrics and rental count via scatter plots.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correlation structure among numerical features using a heatmap.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time-based demand patterns across hours, days, weekdays, and months.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Hourly Demand Pattern</a:t>
            </a:r>
            <a:endParaRPr lang="en-US" sz="2800" dirty="0"/>
          </a:p>
        </p:txBody>
      </p:sp>
      <p:pic>
        <p:nvPicPr>
          <p:cNvPr id="4" name="Image 0" descr="/home/claude/charts/hourly_deman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658368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3716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20116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sharp demand peaks at 08:00 and 17:00–18:00, aligning with daily office commute hours.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activity occurs between 02:00 and 04:00.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is one of the strongest predictors of demand.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Seasonal Trends</a:t>
            </a:r>
            <a:endParaRPr lang="en-US" sz="2800" dirty="0"/>
          </a:p>
        </p:txBody>
      </p:sp>
      <p:pic>
        <p:nvPicPr>
          <p:cNvPr id="4" name="Image 0" descr="/home/claude/charts/season_deman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658368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3716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20116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 are highest in Fall and Summer, and lowest in Spring.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Mild, comfortable temperatures correlate with higher ridership.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is a meaningful categorical signal for the model.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Weather Impact on Demand</a:t>
            </a:r>
            <a:endParaRPr lang="en-US" sz="2800" dirty="0"/>
          </a:p>
        </p:txBody>
      </p:sp>
      <p:pic>
        <p:nvPicPr>
          <p:cNvPr id="4" name="Image 0" descr="/home/claude/charts/weather_deman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658368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3716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20116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 drives the highest rental volumes.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drops sharply during misty, snowy, or rainy conditions.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rain/thunderstorm conditions show near-zero rentals.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Monthly &amp; Weekday Trends</a:t>
            </a:r>
            <a:endParaRPr lang="en-US" sz="2800" dirty="0"/>
          </a:p>
        </p:txBody>
      </p:sp>
      <p:pic>
        <p:nvPicPr>
          <p:cNvPr id="4" name="Image 0" descr="/home/claude/charts/monthly_deman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4864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rentals by month</a:t>
            </a:r>
            <a:endParaRPr lang="en-US" sz="1100" dirty="0"/>
          </a:p>
        </p:txBody>
      </p:sp>
      <p:pic>
        <p:nvPicPr>
          <p:cNvPr id="6" name="Image 1" descr="/home/claude/charts/weekday_deman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417320"/>
            <a:ext cx="548640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rentals by weekday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rises steadily from spring through fall, peaking mid-year, while weekday demand stays fairly stable — indicating bike-sharing is used consistently across the entire week.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Temperature vs Rental Count</a:t>
            </a:r>
            <a:endParaRPr lang="en-US" sz="2800" dirty="0"/>
          </a:p>
        </p:txBody>
      </p:sp>
      <p:pic>
        <p:nvPicPr>
          <p:cNvPr id="4" name="Image 0" descr="/home/claude/charts/temp_scatter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658368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3716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20116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positive relationship exists between temperature and rental count.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rises with warmer temperatures, up to a comfortable threshold.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temperatures show a slight tapering of demand.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Correlation Analysis</a:t>
            </a:r>
            <a:endParaRPr lang="en-US" sz="2800" dirty="0"/>
          </a:p>
        </p:txBody>
      </p:sp>
      <p:pic>
        <p:nvPicPr>
          <p:cNvPr id="4" name="Image 0" descr="/home/claude/charts/corr_heatmap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68880" y="1280160"/>
            <a:ext cx="548640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46304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210312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and atemp are very strongly correlated (~0.99); one can substitute the other.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temp/atemp show the strongest positive correlation with cnt.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and windspeed are negatively correlated with rental count.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Outlier Detection</a:t>
            </a:r>
            <a:endParaRPr lang="en-US" sz="2800" dirty="0"/>
          </a:p>
        </p:txBody>
      </p:sp>
      <p:pic>
        <p:nvPicPr>
          <p:cNvPr id="4" name="Image 0" descr="/home/claude/charts/boxplot_cnt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371600"/>
            <a:ext cx="45720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37160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80760" y="201168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analysis identified 505 outlier records in the cnt column (~2.9% of data).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correspond to unusually high-demand hours (e.g. major events, ideal weather) rather than data errors.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retained, as they represent genuine peak-demand behaviour valuable for the model to learn.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numeric-looking columns (temp, atemp, hum, windspeed, casual, registered) to proper numeric types.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dataset for missing values and duplicate rows — none found.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non-predictive identifier and date columns (instant, dteday) before model training.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categorical variables (season, weathersit, holiday, workingday) using pd.get_dummies.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any residual missing numeric values with median imputation.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80% training and 20% testing sets (random_state = 42) for unbiased evaluation.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 supervised regression problem — predicting the continuous target cnt.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multiple algorithms spanning linear, tree-based, and ensemble methods for comparison.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each model using MAE, MSE, RMSE, and R² Score on the held-out test set.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GridSearchCV with cross-validation to tune hyperparameters of tree-based models.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best-performing model based on lowest error and highest R² score.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 Implemented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002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4813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37760" y="14813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model establishing a simple predictive relationship.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5146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3957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37760" y="23957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model that splits data based on feature thresholds.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4290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33101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33101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using bootstrap aggregation.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343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42245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37760" y="42245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ensemble correcting prior errors via gradient descent.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2578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51389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37760" y="51389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gradient boosted tree implementation.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Model Evaluation Results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463040"/>
          <a:ext cx="9784080" cy="3108960"/>
        </p:xfrm>
        <a:graphic>
          <a:graphicData uri="http://schemas.openxmlformats.org/drawingml/2006/table">
            <a:tbl>
              <a:tblPr/>
              <a:tblGrid>
                <a:gridCol w="2446020"/>
                <a:gridCol w="2446020"/>
                <a:gridCol w="2446020"/>
                <a:gridCol w="244602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88720" y="484632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models achieved very strong fit on the test data (R² above 0.99).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showed the lowest error of all, indicating the engineered features capture demand patterns very well.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ensembles (Random Forest, XGBoost) also performed strongly with low MAE/RMSE.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GridSearchCV with cross-validation (R² scoring) to optimize tree-based models.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tuned max_depth and min_samples_split → best: max_depth = 15, min_samples_split = 5.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tuned n_estimators, max_depth, min_samples_split → best: n_estimators = 100, max_depth = 10.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tuned learning_rate, max_depth, n_estimators → best: learning_rate = 0.1, max_depth = 5, n_estimators = 200.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tuned the same grid → best: learning_rate = 0.1, max_depth = 5, n_estimators = 200.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improved tree-based model stability without surpassing the baseline Linear Regression accuracy.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Comparison: RMSE &amp; R²</a:t>
            </a:r>
            <a:endParaRPr lang="en-US" sz="2800" dirty="0"/>
          </a:p>
        </p:txBody>
      </p:sp>
      <p:pic>
        <p:nvPicPr>
          <p:cNvPr id="3" name="Image 0" descr="/home/claude/charts/model_comparison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1088136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and higher R² indicate better predictive accuracy across all five evaluated models.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</a:rPr>
              <a:t>Final Model Selected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the best-performing model based on the lowest MAE and RMSE, and the highest R² score among all five algorithms evaluated.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MAE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438912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4572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69080" y="5257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RMSE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438912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4572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06640" y="5257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R²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Performance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Regression model was retrained on the full training split and saved using Joblib (bike_rental_model.pkl) for deployment.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held-out test set, predicted values closely track actual rental counts across the full demand range.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was re-verified post-deployment, confirming MAE, RMSE, and R² consistent with training-time evaluation.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generalizes well across varying hours, seasons, and weather conditions present in the test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0" y="146304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691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Why Linear Regression Won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18120" y="228600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error across MAE and RMSE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R² score among all models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and easy to deploy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predictions without overfitting 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 (I)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Commute-driven demand: Rentals peak sharply during morning (8 AM) and evening (5–6 PM) rush hours, confirming bike-sharing is heavily used for daily commuting.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sensitivity: Clear weather drives the highest ridership; rain and snow suppress demand dramatically — fleet planning should account for forecasts.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Seasonality: Fall and summer see the highest average rentals, while spring sees the lowest — informing seasonal fleet sizing.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 (II)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correlation: Warmer (but not extreme) temperatures strongly increase rental volume — a key driver feature for the model.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weekday usage: Demand stays fairly stable across weekdays, showing the service is used for both work commutes and regular travel, not just weekends.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takeaway: Predictive deployment of fleets ahead of peak commute hours and favorable weather windows can significantly improve bike availability and reduce shortages.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Page — Bike Rental Demand Predictor</a:t>
            </a:r>
            <a:endParaRPr lang="en-US" sz="2800" dirty="0"/>
          </a:p>
        </p:txBody>
      </p:sp>
      <p:pic>
        <p:nvPicPr>
          <p:cNvPr id="3" name="Image 0" descr="/home/claude/charts/app_mockup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application: users configure date, time, season, weather, and calendar inputs in the sidebar to receive an instant hourly demand prediction.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During the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inconsistencies: several numeric columns (temp, atemp, hum, windspeed, casual, registered) were read as text and required explicit conversion.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preprocessing pipeline: encoding categorical season/weather variables consistently between training and the deployed app.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multiple models fairly required building a consistent evaluation pipeline (MAE, RMSE, R²) across very different algorithm types.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for ensemble models (Random Forest, Gradient Boosting, XGBoost) was computationally time-intensive with GridSearchCV.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the feature set and scaling logic between the trained model and the Streamlit application to ensure consistent predictions at inference time.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731520"/>
            <a:ext cx="2743200" cy="2743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5029200"/>
            <a:ext cx="2194560" cy="219456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Bike Sharing Rental Demand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Mentor: Abishek   |   Team: Vrushti, Shraddha, Vamsi, Sandhya, Sameera, Mayur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Rental Demand Prediction</dc:title>
  <dc:subject>PptxGenJS Presentation</dc:subject>
  <dc:creator>Team</dc:creator>
  <cp:lastModifiedBy>Team</cp:lastModifiedBy>
  <cp:revision>1</cp:revision>
  <dcterms:created xsi:type="dcterms:W3CDTF">2026-06-30T07:19:18Z</dcterms:created>
  <dcterms:modified xsi:type="dcterms:W3CDTF">2026-06-30T07:19:18Z</dcterms:modified>
</cp:coreProperties>
</file>